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9" r:id="rId11"/>
    <p:sldId id="270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58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4783F0-EA7A-4422-9DC4-A4F1E856277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7A4111-134B-4B05-BC79-E29554C9E817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Adafruit BMP280</a:t>
          </a:r>
          <a:r>
            <a:rPr lang="en-PK" b="0" i="0" baseline="0"/>
            <a:t> – Pressure &amp; temperature sensing</a:t>
          </a:r>
          <a:endParaRPr lang="en-US"/>
        </a:p>
      </dgm:t>
    </dgm:pt>
    <dgm:pt modelId="{4A971022-6A60-4289-9A5A-92EB678E45B0}" type="parTrans" cxnId="{CDF3C92D-CAD8-4DD3-A86C-6FE638631F66}">
      <dgm:prSet/>
      <dgm:spPr/>
      <dgm:t>
        <a:bodyPr/>
        <a:lstStyle/>
        <a:p>
          <a:endParaRPr lang="en-US"/>
        </a:p>
      </dgm:t>
    </dgm:pt>
    <dgm:pt modelId="{532E0431-07E1-40A8-AA3C-0FCE4F556D68}" type="sibTrans" cxnId="{CDF3C92D-CAD8-4DD3-A86C-6FE638631F66}">
      <dgm:prSet/>
      <dgm:spPr/>
      <dgm:t>
        <a:bodyPr/>
        <a:lstStyle/>
        <a:p>
          <a:endParaRPr lang="en-US"/>
        </a:p>
      </dgm:t>
    </dgm:pt>
    <dgm:pt modelId="{E98DFB48-B8CE-4EBA-9821-38C03B32568E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Adafruit GFX</a:t>
          </a:r>
          <a:r>
            <a:rPr lang="en-PK" b="0" i="0" baseline="0"/>
            <a:t> – Graphics support</a:t>
          </a:r>
          <a:endParaRPr lang="en-US"/>
        </a:p>
      </dgm:t>
    </dgm:pt>
    <dgm:pt modelId="{6584F986-1B31-4B9A-806F-698FDD040895}" type="parTrans" cxnId="{0D51A158-C12D-468D-85BB-19EDF1A01EA0}">
      <dgm:prSet/>
      <dgm:spPr/>
      <dgm:t>
        <a:bodyPr/>
        <a:lstStyle/>
        <a:p>
          <a:endParaRPr lang="en-US"/>
        </a:p>
      </dgm:t>
    </dgm:pt>
    <dgm:pt modelId="{2D6C19CE-0AB8-416C-8AFD-9BA5006D3B2D}" type="sibTrans" cxnId="{0D51A158-C12D-468D-85BB-19EDF1A01EA0}">
      <dgm:prSet/>
      <dgm:spPr/>
      <dgm:t>
        <a:bodyPr/>
        <a:lstStyle/>
        <a:p>
          <a:endParaRPr lang="en-US"/>
        </a:p>
      </dgm:t>
    </dgm:pt>
    <dgm:pt modelId="{12CBD4B3-E513-4EB4-B440-AB89B408B8D2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Adafruit SSD1306</a:t>
          </a:r>
          <a:r>
            <a:rPr lang="en-PK" b="0" i="0" baseline="0"/>
            <a:t> – OLED display control</a:t>
          </a:r>
          <a:endParaRPr lang="en-US"/>
        </a:p>
      </dgm:t>
    </dgm:pt>
    <dgm:pt modelId="{F343EDAF-ED74-41FF-A7DB-DA3DF1AE5831}" type="parTrans" cxnId="{AB2A0421-945D-4422-8AEB-B239A48775F0}">
      <dgm:prSet/>
      <dgm:spPr/>
      <dgm:t>
        <a:bodyPr/>
        <a:lstStyle/>
        <a:p>
          <a:endParaRPr lang="en-US"/>
        </a:p>
      </dgm:t>
    </dgm:pt>
    <dgm:pt modelId="{26B1B33C-DF0D-4809-A617-A43623F40D4E}" type="sibTrans" cxnId="{AB2A0421-945D-4422-8AEB-B239A48775F0}">
      <dgm:prSet/>
      <dgm:spPr/>
      <dgm:t>
        <a:bodyPr/>
        <a:lstStyle/>
        <a:p>
          <a:endParaRPr lang="en-US"/>
        </a:p>
      </dgm:t>
    </dgm:pt>
    <dgm:pt modelId="{1717F651-4E44-49A1-BAA0-7FB3EE1CCE55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WiFi.h</a:t>
          </a:r>
          <a:r>
            <a:rPr lang="en-PK" b="0" i="0" baseline="0"/>
            <a:t> – ESP32 WiFi connectivity</a:t>
          </a:r>
          <a:endParaRPr lang="en-US"/>
        </a:p>
      </dgm:t>
    </dgm:pt>
    <dgm:pt modelId="{78367EAF-CA72-4FE9-9F17-B396129D9FBE}" type="parTrans" cxnId="{4A38BEA9-43FB-4BB4-BAEB-55AAC4AAA2C6}">
      <dgm:prSet/>
      <dgm:spPr/>
      <dgm:t>
        <a:bodyPr/>
        <a:lstStyle/>
        <a:p>
          <a:endParaRPr lang="en-US"/>
        </a:p>
      </dgm:t>
    </dgm:pt>
    <dgm:pt modelId="{C0F26847-C7EE-418E-839A-656CB3636EFE}" type="sibTrans" cxnId="{4A38BEA9-43FB-4BB4-BAEB-55AAC4AAA2C6}">
      <dgm:prSet/>
      <dgm:spPr/>
      <dgm:t>
        <a:bodyPr/>
        <a:lstStyle/>
        <a:p>
          <a:endParaRPr lang="en-US"/>
        </a:p>
      </dgm:t>
    </dgm:pt>
    <dgm:pt modelId="{0CCC4C46-1167-472B-A636-17EA5D4304B7}">
      <dgm:prSet/>
      <dgm:spPr/>
      <dgm:t>
        <a:bodyPr/>
        <a:lstStyle/>
        <a:p>
          <a:pPr>
            <a:lnSpc>
              <a:spcPct val="100000"/>
            </a:lnSpc>
          </a:pPr>
          <a:r>
            <a:rPr lang="en-PK" b="1" i="0" baseline="0"/>
            <a:t>BlynkSimpleEsp32</a:t>
          </a:r>
          <a:r>
            <a:rPr lang="en-PK" b="0" i="0" baseline="0"/>
            <a:t> – Blynk App integration</a:t>
          </a:r>
          <a:endParaRPr lang="en-US"/>
        </a:p>
      </dgm:t>
    </dgm:pt>
    <dgm:pt modelId="{85B84156-7753-4A1F-8200-C4B331307C9B}" type="parTrans" cxnId="{F3A91B20-C78F-4FA5-97D0-C260E0E965F1}">
      <dgm:prSet/>
      <dgm:spPr/>
      <dgm:t>
        <a:bodyPr/>
        <a:lstStyle/>
        <a:p>
          <a:endParaRPr lang="en-US"/>
        </a:p>
      </dgm:t>
    </dgm:pt>
    <dgm:pt modelId="{54F60F3F-7233-405B-A74C-37ADC9790A62}" type="sibTrans" cxnId="{F3A91B20-C78F-4FA5-97D0-C260E0E965F1}">
      <dgm:prSet/>
      <dgm:spPr/>
      <dgm:t>
        <a:bodyPr/>
        <a:lstStyle/>
        <a:p>
          <a:endParaRPr lang="en-US"/>
        </a:p>
      </dgm:t>
    </dgm:pt>
    <dgm:pt modelId="{95CEC648-B5B2-492C-B8AE-8D09586C863D}" type="pres">
      <dgm:prSet presAssocID="{4B4783F0-EA7A-4422-9DC4-A4F1E8562773}" presName="root" presStyleCnt="0">
        <dgm:presLayoutVars>
          <dgm:dir/>
          <dgm:resizeHandles val="exact"/>
        </dgm:presLayoutVars>
      </dgm:prSet>
      <dgm:spPr/>
    </dgm:pt>
    <dgm:pt modelId="{4AC4D3B8-7C45-44D4-87C5-8765056E9205}" type="pres">
      <dgm:prSet presAssocID="{477A4111-134B-4B05-BC79-E29554C9E817}" presName="compNode" presStyleCnt="0"/>
      <dgm:spPr/>
    </dgm:pt>
    <dgm:pt modelId="{9E24697A-05E0-4671-8EA5-B5B77BCCF77A}" type="pres">
      <dgm:prSet presAssocID="{477A4111-134B-4B05-BC79-E29554C9E81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3E6DD832-D718-460A-8DB9-0AB2F64828E4}" type="pres">
      <dgm:prSet presAssocID="{477A4111-134B-4B05-BC79-E29554C9E817}" presName="spaceRect" presStyleCnt="0"/>
      <dgm:spPr/>
    </dgm:pt>
    <dgm:pt modelId="{DDB2683E-0A0F-4B4E-A53B-39BD9AB84EF7}" type="pres">
      <dgm:prSet presAssocID="{477A4111-134B-4B05-BC79-E29554C9E817}" presName="textRect" presStyleLbl="revTx" presStyleIdx="0" presStyleCnt="5">
        <dgm:presLayoutVars>
          <dgm:chMax val="1"/>
          <dgm:chPref val="1"/>
        </dgm:presLayoutVars>
      </dgm:prSet>
      <dgm:spPr/>
    </dgm:pt>
    <dgm:pt modelId="{07165F55-A0F9-45A9-B247-3F209E67FD75}" type="pres">
      <dgm:prSet presAssocID="{532E0431-07E1-40A8-AA3C-0FCE4F556D68}" presName="sibTrans" presStyleCnt="0"/>
      <dgm:spPr/>
    </dgm:pt>
    <dgm:pt modelId="{78CE74E3-AB52-4080-A31D-C2D18E481DE9}" type="pres">
      <dgm:prSet presAssocID="{E98DFB48-B8CE-4EBA-9821-38C03B32568E}" presName="compNode" presStyleCnt="0"/>
      <dgm:spPr/>
    </dgm:pt>
    <dgm:pt modelId="{86C30BA2-E000-4C0A-960F-DF3F0F62B944}" type="pres">
      <dgm:prSet presAssocID="{E98DFB48-B8CE-4EBA-9821-38C03B32568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0578C7F9-0B55-47D6-BFEB-B6ACD90C5318}" type="pres">
      <dgm:prSet presAssocID="{E98DFB48-B8CE-4EBA-9821-38C03B32568E}" presName="spaceRect" presStyleCnt="0"/>
      <dgm:spPr/>
    </dgm:pt>
    <dgm:pt modelId="{224D20E0-7658-4B0D-8CE0-9EEC6819DA46}" type="pres">
      <dgm:prSet presAssocID="{E98DFB48-B8CE-4EBA-9821-38C03B32568E}" presName="textRect" presStyleLbl="revTx" presStyleIdx="1" presStyleCnt="5">
        <dgm:presLayoutVars>
          <dgm:chMax val="1"/>
          <dgm:chPref val="1"/>
        </dgm:presLayoutVars>
      </dgm:prSet>
      <dgm:spPr/>
    </dgm:pt>
    <dgm:pt modelId="{7183AE71-BC46-44DB-A2C6-218AAF2C65B8}" type="pres">
      <dgm:prSet presAssocID="{2D6C19CE-0AB8-416C-8AFD-9BA5006D3B2D}" presName="sibTrans" presStyleCnt="0"/>
      <dgm:spPr/>
    </dgm:pt>
    <dgm:pt modelId="{E382F2DD-C677-46A4-8D6E-37EF9338258F}" type="pres">
      <dgm:prSet presAssocID="{12CBD4B3-E513-4EB4-B440-AB89B408B8D2}" presName="compNode" presStyleCnt="0"/>
      <dgm:spPr/>
    </dgm:pt>
    <dgm:pt modelId="{8C405B91-3919-48AB-8C78-694785E4380B}" type="pres">
      <dgm:prSet presAssocID="{12CBD4B3-E513-4EB4-B440-AB89B408B8D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65853D05-C9BE-4635-9A24-B4C4F560B2EF}" type="pres">
      <dgm:prSet presAssocID="{12CBD4B3-E513-4EB4-B440-AB89B408B8D2}" presName="spaceRect" presStyleCnt="0"/>
      <dgm:spPr/>
    </dgm:pt>
    <dgm:pt modelId="{6B131546-CB04-4804-894D-622503B68F15}" type="pres">
      <dgm:prSet presAssocID="{12CBD4B3-E513-4EB4-B440-AB89B408B8D2}" presName="textRect" presStyleLbl="revTx" presStyleIdx="2" presStyleCnt="5">
        <dgm:presLayoutVars>
          <dgm:chMax val="1"/>
          <dgm:chPref val="1"/>
        </dgm:presLayoutVars>
      </dgm:prSet>
      <dgm:spPr/>
    </dgm:pt>
    <dgm:pt modelId="{A4D56778-C6F8-4228-AC8C-9FE917F5C342}" type="pres">
      <dgm:prSet presAssocID="{26B1B33C-DF0D-4809-A617-A43623F40D4E}" presName="sibTrans" presStyleCnt="0"/>
      <dgm:spPr/>
    </dgm:pt>
    <dgm:pt modelId="{1022E1DF-D13F-4F2B-A511-5DAA999811AA}" type="pres">
      <dgm:prSet presAssocID="{1717F651-4E44-49A1-BAA0-7FB3EE1CCE55}" presName="compNode" presStyleCnt="0"/>
      <dgm:spPr/>
    </dgm:pt>
    <dgm:pt modelId="{686E8E1B-1F90-4D4D-97B4-9459EE993CF6}" type="pres">
      <dgm:prSet presAssocID="{1717F651-4E44-49A1-BAA0-7FB3EE1CCE5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B47F61EC-C6E8-4D19-BB4D-03BB0719C98D}" type="pres">
      <dgm:prSet presAssocID="{1717F651-4E44-49A1-BAA0-7FB3EE1CCE55}" presName="spaceRect" presStyleCnt="0"/>
      <dgm:spPr/>
    </dgm:pt>
    <dgm:pt modelId="{FEF363F2-2C09-4309-BF0A-ADE6990FA874}" type="pres">
      <dgm:prSet presAssocID="{1717F651-4E44-49A1-BAA0-7FB3EE1CCE55}" presName="textRect" presStyleLbl="revTx" presStyleIdx="3" presStyleCnt="5">
        <dgm:presLayoutVars>
          <dgm:chMax val="1"/>
          <dgm:chPref val="1"/>
        </dgm:presLayoutVars>
      </dgm:prSet>
      <dgm:spPr/>
    </dgm:pt>
    <dgm:pt modelId="{4B0AA06B-BCF5-4196-B3A4-C31217F72D5A}" type="pres">
      <dgm:prSet presAssocID="{C0F26847-C7EE-418E-839A-656CB3636EFE}" presName="sibTrans" presStyleCnt="0"/>
      <dgm:spPr/>
    </dgm:pt>
    <dgm:pt modelId="{FCF2646D-8F53-460B-A444-840175F6FC5C}" type="pres">
      <dgm:prSet presAssocID="{0CCC4C46-1167-472B-A636-17EA5D4304B7}" presName="compNode" presStyleCnt="0"/>
      <dgm:spPr/>
    </dgm:pt>
    <dgm:pt modelId="{2428732E-B856-4142-B1EC-C9BA14793B25}" type="pres">
      <dgm:prSet presAssocID="{0CCC4C46-1167-472B-A636-17EA5D4304B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509499F-E13C-4BC4-8DC2-9CCD5482F565}" type="pres">
      <dgm:prSet presAssocID="{0CCC4C46-1167-472B-A636-17EA5D4304B7}" presName="spaceRect" presStyleCnt="0"/>
      <dgm:spPr/>
    </dgm:pt>
    <dgm:pt modelId="{2D2702EE-C040-4031-AF18-B27D34B7B97B}" type="pres">
      <dgm:prSet presAssocID="{0CCC4C46-1167-472B-A636-17EA5D4304B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3A91B20-C78F-4FA5-97D0-C260E0E965F1}" srcId="{4B4783F0-EA7A-4422-9DC4-A4F1E8562773}" destId="{0CCC4C46-1167-472B-A636-17EA5D4304B7}" srcOrd="4" destOrd="0" parTransId="{85B84156-7753-4A1F-8200-C4B331307C9B}" sibTransId="{54F60F3F-7233-405B-A74C-37ADC9790A62}"/>
    <dgm:cxn modelId="{AB2A0421-945D-4422-8AEB-B239A48775F0}" srcId="{4B4783F0-EA7A-4422-9DC4-A4F1E8562773}" destId="{12CBD4B3-E513-4EB4-B440-AB89B408B8D2}" srcOrd="2" destOrd="0" parTransId="{F343EDAF-ED74-41FF-A7DB-DA3DF1AE5831}" sibTransId="{26B1B33C-DF0D-4809-A617-A43623F40D4E}"/>
    <dgm:cxn modelId="{CDF3C92D-CAD8-4DD3-A86C-6FE638631F66}" srcId="{4B4783F0-EA7A-4422-9DC4-A4F1E8562773}" destId="{477A4111-134B-4B05-BC79-E29554C9E817}" srcOrd="0" destOrd="0" parTransId="{4A971022-6A60-4289-9A5A-92EB678E45B0}" sibTransId="{532E0431-07E1-40A8-AA3C-0FCE4F556D68}"/>
    <dgm:cxn modelId="{5CCD0335-1AD4-4250-A091-0D890D0E023C}" type="presOf" srcId="{477A4111-134B-4B05-BC79-E29554C9E817}" destId="{DDB2683E-0A0F-4B4E-A53B-39BD9AB84EF7}" srcOrd="0" destOrd="0" presId="urn:microsoft.com/office/officeart/2018/2/layout/IconLabelList"/>
    <dgm:cxn modelId="{9711BC55-D6EC-4116-AEDB-EF57D5642FC9}" type="presOf" srcId="{0CCC4C46-1167-472B-A636-17EA5D4304B7}" destId="{2D2702EE-C040-4031-AF18-B27D34B7B97B}" srcOrd="0" destOrd="0" presId="urn:microsoft.com/office/officeart/2018/2/layout/IconLabelList"/>
    <dgm:cxn modelId="{0D51A158-C12D-468D-85BB-19EDF1A01EA0}" srcId="{4B4783F0-EA7A-4422-9DC4-A4F1E8562773}" destId="{E98DFB48-B8CE-4EBA-9821-38C03B32568E}" srcOrd="1" destOrd="0" parTransId="{6584F986-1B31-4B9A-806F-698FDD040895}" sibTransId="{2D6C19CE-0AB8-416C-8AFD-9BA5006D3B2D}"/>
    <dgm:cxn modelId="{A48A4890-962D-4FDF-BEED-08BF77214E10}" type="presOf" srcId="{4B4783F0-EA7A-4422-9DC4-A4F1E8562773}" destId="{95CEC648-B5B2-492C-B8AE-8D09586C863D}" srcOrd="0" destOrd="0" presId="urn:microsoft.com/office/officeart/2018/2/layout/IconLabelList"/>
    <dgm:cxn modelId="{B9428B9D-767F-4130-8F18-3BEE573D389F}" type="presOf" srcId="{E98DFB48-B8CE-4EBA-9821-38C03B32568E}" destId="{224D20E0-7658-4B0D-8CE0-9EEC6819DA46}" srcOrd="0" destOrd="0" presId="urn:microsoft.com/office/officeart/2018/2/layout/IconLabelList"/>
    <dgm:cxn modelId="{4A38BEA9-43FB-4BB4-BAEB-55AAC4AAA2C6}" srcId="{4B4783F0-EA7A-4422-9DC4-A4F1E8562773}" destId="{1717F651-4E44-49A1-BAA0-7FB3EE1CCE55}" srcOrd="3" destOrd="0" parTransId="{78367EAF-CA72-4FE9-9F17-B396129D9FBE}" sibTransId="{C0F26847-C7EE-418E-839A-656CB3636EFE}"/>
    <dgm:cxn modelId="{C4D01DBE-2891-4ED2-81E4-686B335FE3C4}" type="presOf" srcId="{12CBD4B3-E513-4EB4-B440-AB89B408B8D2}" destId="{6B131546-CB04-4804-894D-622503B68F15}" srcOrd="0" destOrd="0" presId="urn:microsoft.com/office/officeart/2018/2/layout/IconLabelList"/>
    <dgm:cxn modelId="{549F71C0-FC00-44B8-84D4-5B9C21707508}" type="presOf" srcId="{1717F651-4E44-49A1-BAA0-7FB3EE1CCE55}" destId="{FEF363F2-2C09-4309-BF0A-ADE6990FA874}" srcOrd="0" destOrd="0" presId="urn:microsoft.com/office/officeart/2018/2/layout/IconLabelList"/>
    <dgm:cxn modelId="{CB0B366B-4A77-4B84-83E4-B0E511728328}" type="presParOf" srcId="{95CEC648-B5B2-492C-B8AE-8D09586C863D}" destId="{4AC4D3B8-7C45-44D4-87C5-8765056E9205}" srcOrd="0" destOrd="0" presId="urn:microsoft.com/office/officeart/2018/2/layout/IconLabelList"/>
    <dgm:cxn modelId="{198879AA-F30C-45FC-AF0E-AC29037CED6A}" type="presParOf" srcId="{4AC4D3B8-7C45-44D4-87C5-8765056E9205}" destId="{9E24697A-05E0-4671-8EA5-B5B77BCCF77A}" srcOrd="0" destOrd="0" presId="urn:microsoft.com/office/officeart/2018/2/layout/IconLabelList"/>
    <dgm:cxn modelId="{D61E67D3-F7EC-4770-821C-DD02A9C89851}" type="presParOf" srcId="{4AC4D3B8-7C45-44D4-87C5-8765056E9205}" destId="{3E6DD832-D718-460A-8DB9-0AB2F64828E4}" srcOrd="1" destOrd="0" presId="urn:microsoft.com/office/officeart/2018/2/layout/IconLabelList"/>
    <dgm:cxn modelId="{236546C6-D592-4F10-95B9-AA2AF08BD466}" type="presParOf" srcId="{4AC4D3B8-7C45-44D4-87C5-8765056E9205}" destId="{DDB2683E-0A0F-4B4E-A53B-39BD9AB84EF7}" srcOrd="2" destOrd="0" presId="urn:microsoft.com/office/officeart/2018/2/layout/IconLabelList"/>
    <dgm:cxn modelId="{2040E586-C142-491F-B7E0-7A799EFE5498}" type="presParOf" srcId="{95CEC648-B5B2-492C-B8AE-8D09586C863D}" destId="{07165F55-A0F9-45A9-B247-3F209E67FD75}" srcOrd="1" destOrd="0" presId="urn:microsoft.com/office/officeart/2018/2/layout/IconLabelList"/>
    <dgm:cxn modelId="{1CB4C50C-A335-4C38-8306-90ED1374072F}" type="presParOf" srcId="{95CEC648-B5B2-492C-B8AE-8D09586C863D}" destId="{78CE74E3-AB52-4080-A31D-C2D18E481DE9}" srcOrd="2" destOrd="0" presId="urn:microsoft.com/office/officeart/2018/2/layout/IconLabelList"/>
    <dgm:cxn modelId="{D3C2A9C1-1443-46DD-BB97-18EB5DE1A757}" type="presParOf" srcId="{78CE74E3-AB52-4080-A31D-C2D18E481DE9}" destId="{86C30BA2-E000-4C0A-960F-DF3F0F62B944}" srcOrd="0" destOrd="0" presId="urn:microsoft.com/office/officeart/2018/2/layout/IconLabelList"/>
    <dgm:cxn modelId="{A9294977-2268-4762-9EFF-030CE2E431CE}" type="presParOf" srcId="{78CE74E3-AB52-4080-A31D-C2D18E481DE9}" destId="{0578C7F9-0B55-47D6-BFEB-B6ACD90C5318}" srcOrd="1" destOrd="0" presId="urn:microsoft.com/office/officeart/2018/2/layout/IconLabelList"/>
    <dgm:cxn modelId="{FB805C12-2734-4A25-A67B-0CE410CEAF39}" type="presParOf" srcId="{78CE74E3-AB52-4080-A31D-C2D18E481DE9}" destId="{224D20E0-7658-4B0D-8CE0-9EEC6819DA46}" srcOrd="2" destOrd="0" presId="urn:microsoft.com/office/officeart/2018/2/layout/IconLabelList"/>
    <dgm:cxn modelId="{5263C565-F78F-4B94-A412-C4649B2EC8DA}" type="presParOf" srcId="{95CEC648-B5B2-492C-B8AE-8D09586C863D}" destId="{7183AE71-BC46-44DB-A2C6-218AAF2C65B8}" srcOrd="3" destOrd="0" presId="urn:microsoft.com/office/officeart/2018/2/layout/IconLabelList"/>
    <dgm:cxn modelId="{F6E1A900-22FD-4A26-9C97-487D2710E77B}" type="presParOf" srcId="{95CEC648-B5B2-492C-B8AE-8D09586C863D}" destId="{E382F2DD-C677-46A4-8D6E-37EF9338258F}" srcOrd="4" destOrd="0" presId="urn:microsoft.com/office/officeart/2018/2/layout/IconLabelList"/>
    <dgm:cxn modelId="{4156F16A-269D-4DF9-9BF1-E47D8694223B}" type="presParOf" srcId="{E382F2DD-C677-46A4-8D6E-37EF9338258F}" destId="{8C405B91-3919-48AB-8C78-694785E4380B}" srcOrd="0" destOrd="0" presId="urn:microsoft.com/office/officeart/2018/2/layout/IconLabelList"/>
    <dgm:cxn modelId="{87BF55AF-896F-4302-AA9A-77FEE53039A8}" type="presParOf" srcId="{E382F2DD-C677-46A4-8D6E-37EF9338258F}" destId="{65853D05-C9BE-4635-9A24-B4C4F560B2EF}" srcOrd="1" destOrd="0" presId="urn:microsoft.com/office/officeart/2018/2/layout/IconLabelList"/>
    <dgm:cxn modelId="{485F0B81-5760-46C5-AA4F-DA6E765DA050}" type="presParOf" srcId="{E382F2DD-C677-46A4-8D6E-37EF9338258F}" destId="{6B131546-CB04-4804-894D-622503B68F15}" srcOrd="2" destOrd="0" presId="urn:microsoft.com/office/officeart/2018/2/layout/IconLabelList"/>
    <dgm:cxn modelId="{BCF2F5C9-372F-4869-A19D-EB12BECF1B28}" type="presParOf" srcId="{95CEC648-B5B2-492C-B8AE-8D09586C863D}" destId="{A4D56778-C6F8-4228-AC8C-9FE917F5C342}" srcOrd="5" destOrd="0" presId="urn:microsoft.com/office/officeart/2018/2/layout/IconLabelList"/>
    <dgm:cxn modelId="{C4E42DEC-16CF-4385-BDCE-719434A073A9}" type="presParOf" srcId="{95CEC648-B5B2-492C-B8AE-8D09586C863D}" destId="{1022E1DF-D13F-4F2B-A511-5DAA999811AA}" srcOrd="6" destOrd="0" presId="urn:microsoft.com/office/officeart/2018/2/layout/IconLabelList"/>
    <dgm:cxn modelId="{681A3CC2-2D38-4754-802E-EC2F0C093C8C}" type="presParOf" srcId="{1022E1DF-D13F-4F2B-A511-5DAA999811AA}" destId="{686E8E1B-1F90-4D4D-97B4-9459EE993CF6}" srcOrd="0" destOrd="0" presId="urn:microsoft.com/office/officeart/2018/2/layout/IconLabelList"/>
    <dgm:cxn modelId="{49291AB5-D730-4C78-8502-896E91B57888}" type="presParOf" srcId="{1022E1DF-D13F-4F2B-A511-5DAA999811AA}" destId="{B47F61EC-C6E8-4D19-BB4D-03BB0719C98D}" srcOrd="1" destOrd="0" presId="urn:microsoft.com/office/officeart/2018/2/layout/IconLabelList"/>
    <dgm:cxn modelId="{C35E6194-B7A5-4F3F-A917-02A9F2FCCD0B}" type="presParOf" srcId="{1022E1DF-D13F-4F2B-A511-5DAA999811AA}" destId="{FEF363F2-2C09-4309-BF0A-ADE6990FA874}" srcOrd="2" destOrd="0" presId="urn:microsoft.com/office/officeart/2018/2/layout/IconLabelList"/>
    <dgm:cxn modelId="{1648ACFE-84EE-45E8-8CDB-CE05F8EBC98F}" type="presParOf" srcId="{95CEC648-B5B2-492C-B8AE-8D09586C863D}" destId="{4B0AA06B-BCF5-4196-B3A4-C31217F72D5A}" srcOrd="7" destOrd="0" presId="urn:microsoft.com/office/officeart/2018/2/layout/IconLabelList"/>
    <dgm:cxn modelId="{FFE17D4B-D025-4A3D-9402-CEE7D86AB4DB}" type="presParOf" srcId="{95CEC648-B5B2-492C-B8AE-8D09586C863D}" destId="{FCF2646D-8F53-460B-A444-840175F6FC5C}" srcOrd="8" destOrd="0" presId="urn:microsoft.com/office/officeart/2018/2/layout/IconLabelList"/>
    <dgm:cxn modelId="{E29DB032-3F07-467A-B637-59D2030DA745}" type="presParOf" srcId="{FCF2646D-8F53-460B-A444-840175F6FC5C}" destId="{2428732E-B856-4142-B1EC-C9BA14793B25}" srcOrd="0" destOrd="0" presId="urn:microsoft.com/office/officeart/2018/2/layout/IconLabelList"/>
    <dgm:cxn modelId="{B2133518-F184-4E75-831C-88F0D758DA22}" type="presParOf" srcId="{FCF2646D-8F53-460B-A444-840175F6FC5C}" destId="{4509499F-E13C-4BC4-8DC2-9CCD5482F565}" srcOrd="1" destOrd="0" presId="urn:microsoft.com/office/officeart/2018/2/layout/IconLabelList"/>
    <dgm:cxn modelId="{4EA64AA3-B7B4-415D-9DBE-1C5AB497D411}" type="presParOf" srcId="{FCF2646D-8F53-460B-A444-840175F6FC5C}" destId="{2D2702EE-C040-4031-AF18-B27D34B7B97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9DE1EF-A511-4355-9EE2-65CC0829CB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A156D12-A68F-4069-8A93-220068409C6A}">
      <dgm:prSet/>
      <dgm:spPr/>
      <dgm:t>
        <a:bodyPr/>
        <a:lstStyle/>
        <a:p>
          <a:r>
            <a:rPr lang="en-US"/>
            <a:t>The system continuously and efficiently monitors tyre pressure in real time</a:t>
          </a:r>
        </a:p>
      </dgm:t>
    </dgm:pt>
    <dgm:pt modelId="{551BA4DA-4F3A-4E9D-ADC2-561A13683088}" type="parTrans" cxnId="{32F83A6D-367B-4A2C-AAF6-2CA0CADDDBD9}">
      <dgm:prSet/>
      <dgm:spPr/>
      <dgm:t>
        <a:bodyPr/>
        <a:lstStyle/>
        <a:p>
          <a:endParaRPr lang="en-US"/>
        </a:p>
      </dgm:t>
    </dgm:pt>
    <dgm:pt modelId="{FC29EA65-9C21-45F6-AD0D-671837BBC1C3}" type="sibTrans" cxnId="{32F83A6D-367B-4A2C-AAF6-2CA0CADDDBD9}">
      <dgm:prSet/>
      <dgm:spPr/>
      <dgm:t>
        <a:bodyPr/>
        <a:lstStyle/>
        <a:p>
          <a:endParaRPr lang="en-US"/>
        </a:p>
      </dgm:t>
    </dgm:pt>
    <dgm:pt modelId="{88552DE3-AD7D-4B34-A759-119B687C930D}">
      <dgm:prSet/>
      <dgm:spPr/>
      <dgm:t>
        <a:bodyPr/>
        <a:lstStyle/>
        <a:p>
          <a:r>
            <a:rPr lang="en-US"/>
            <a:t>Immediate alerts via LED, buzzer, and email enhance driver safety</a:t>
          </a:r>
        </a:p>
      </dgm:t>
    </dgm:pt>
    <dgm:pt modelId="{15B48633-5D6A-4D83-ABB3-EBA5F6409EF0}" type="parTrans" cxnId="{29E55DEC-B511-419F-8320-3F7A121EE468}">
      <dgm:prSet/>
      <dgm:spPr/>
      <dgm:t>
        <a:bodyPr/>
        <a:lstStyle/>
        <a:p>
          <a:endParaRPr lang="en-US"/>
        </a:p>
      </dgm:t>
    </dgm:pt>
    <dgm:pt modelId="{D44DA0E1-1EBF-4CEF-A509-E73CA6B25E12}" type="sibTrans" cxnId="{29E55DEC-B511-419F-8320-3F7A121EE468}">
      <dgm:prSet/>
      <dgm:spPr/>
      <dgm:t>
        <a:bodyPr/>
        <a:lstStyle/>
        <a:p>
          <a:endParaRPr lang="en-US"/>
        </a:p>
      </dgm:t>
    </dgm:pt>
    <dgm:pt modelId="{6AF156B0-8467-4F2E-A921-402A39388A6A}">
      <dgm:prSet/>
      <dgm:spPr/>
      <dgm:t>
        <a:bodyPr/>
        <a:lstStyle/>
        <a:p>
          <a:r>
            <a:rPr lang="en-US"/>
            <a:t>Simple and effective solution for preventing tyre-related accidents</a:t>
          </a:r>
        </a:p>
      </dgm:t>
    </dgm:pt>
    <dgm:pt modelId="{23E50D09-9EEB-44AC-8FDF-2EB130ECD737}" type="parTrans" cxnId="{038D5543-AB9E-4A27-A951-FE5AA1840FC1}">
      <dgm:prSet/>
      <dgm:spPr/>
      <dgm:t>
        <a:bodyPr/>
        <a:lstStyle/>
        <a:p>
          <a:endParaRPr lang="en-US"/>
        </a:p>
      </dgm:t>
    </dgm:pt>
    <dgm:pt modelId="{35296CEE-3299-481C-AF3C-D6BDD364F040}" type="sibTrans" cxnId="{038D5543-AB9E-4A27-A951-FE5AA1840FC1}">
      <dgm:prSet/>
      <dgm:spPr/>
      <dgm:t>
        <a:bodyPr/>
        <a:lstStyle/>
        <a:p>
          <a:endParaRPr lang="en-US"/>
        </a:p>
      </dgm:t>
    </dgm:pt>
    <dgm:pt modelId="{64B5828A-81A9-4E8F-92ED-FCFB769445B2}" type="pres">
      <dgm:prSet presAssocID="{4B9DE1EF-A511-4355-9EE2-65CC0829CB1D}" presName="root" presStyleCnt="0">
        <dgm:presLayoutVars>
          <dgm:dir/>
          <dgm:resizeHandles val="exact"/>
        </dgm:presLayoutVars>
      </dgm:prSet>
      <dgm:spPr/>
    </dgm:pt>
    <dgm:pt modelId="{958620BB-3AB2-408D-8531-E64E47B357E1}" type="pres">
      <dgm:prSet presAssocID="{5A156D12-A68F-4069-8A93-220068409C6A}" presName="compNode" presStyleCnt="0"/>
      <dgm:spPr/>
    </dgm:pt>
    <dgm:pt modelId="{30D0178F-489C-476F-8FE4-A944FE14B235}" type="pres">
      <dgm:prSet presAssocID="{5A156D12-A68F-4069-8A93-220068409C6A}" presName="bgRect" presStyleLbl="bgShp" presStyleIdx="0" presStyleCnt="3"/>
      <dgm:spPr/>
    </dgm:pt>
    <dgm:pt modelId="{39B49943-8315-4206-83E1-8AC4C6515378}" type="pres">
      <dgm:prSet presAssocID="{5A156D12-A68F-4069-8A93-220068409C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B88743B-CB67-4E5D-93C0-2E73963FD3CE}" type="pres">
      <dgm:prSet presAssocID="{5A156D12-A68F-4069-8A93-220068409C6A}" presName="spaceRect" presStyleCnt="0"/>
      <dgm:spPr/>
    </dgm:pt>
    <dgm:pt modelId="{F91D6BD2-789D-44DB-BE38-77B8D69560E0}" type="pres">
      <dgm:prSet presAssocID="{5A156D12-A68F-4069-8A93-220068409C6A}" presName="parTx" presStyleLbl="revTx" presStyleIdx="0" presStyleCnt="3">
        <dgm:presLayoutVars>
          <dgm:chMax val="0"/>
          <dgm:chPref val="0"/>
        </dgm:presLayoutVars>
      </dgm:prSet>
      <dgm:spPr/>
    </dgm:pt>
    <dgm:pt modelId="{DC28DD0D-EEB5-424B-AA9F-3BAE0D6300B6}" type="pres">
      <dgm:prSet presAssocID="{FC29EA65-9C21-45F6-AD0D-671837BBC1C3}" presName="sibTrans" presStyleCnt="0"/>
      <dgm:spPr/>
    </dgm:pt>
    <dgm:pt modelId="{66855A14-36E4-4C30-8C73-AA313A1A1C44}" type="pres">
      <dgm:prSet presAssocID="{88552DE3-AD7D-4B34-A759-119B687C930D}" presName="compNode" presStyleCnt="0"/>
      <dgm:spPr/>
    </dgm:pt>
    <dgm:pt modelId="{6F89674B-6FC6-4020-9AB1-872C0288AE51}" type="pres">
      <dgm:prSet presAssocID="{88552DE3-AD7D-4B34-A759-119B687C930D}" presName="bgRect" presStyleLbl="bgShp" presStyleIdx="1" presStyleCnt="3"/>
      <dgm:spPr/>
    </dgm:pt>
    <dgm:pt modelId="{EC9BBFF7-DF7C-4B61-B992-27C888FF3BF2}" type="pres">
      <dgm:prSet presAssocID="{88552DE3-AD7D-4B34-A759-119B687C930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DAF5E904-D081-41A8-A1AC-A49EDF39983D}" type="pres">
      <dgm:prSet presAssocID="{88552DE3-AD7D-4B34-A759-119B687C930D}" presName="spaceRect" presStyleCnt="0"/>
      <dgm:spPr/>
    </dgm:pt>
    <dgm:pt modelId="{5DDF2BFC-B639-483D-AF20-1BF3943430DF}" type="pres">
      <dgm:prSet presAssocID="{88552DE3-AD7D-4B34-A759-119B687C930D}" presName="parTx" presStyleLbl="revTx" presStyleIdx="1" presStyleCnt="3">
        <dgm:presLayoutVars>
          <dgm:chMax val="0"/>
          <dgm:chPref val="0"/>
        </dgm:presLayoutVars>
      </dgm:prSet>
      <dgm:spPr/>
    </dgm:pt>
    <dgm:pt modelId="{710496EF-A792-463A-8762-EA5A64DCFABF}" type="pres">
      <dgm:prSet presAssocID="{D44DA0E1-1EBF-4CEF-A509-E73CA6B25E12}" presName="sibTrans" presStyleCnt="0"/>
      <dgm:spPr/>
    </dgm:pt>
    <dgm:pt modelId="{DDA3FEFA-9027-43F6-83F6-FB98828EB116}" type="pres">
      <dgm:prSet presAssocID="{6AF156B0-8467-4F2E-A921-402A39388A6A}" presName="compNode" presStyleCnt="0"/>
      <dgm:spPr/>
    </dgm:pt>
    <dgm:pt modelId="{C5F188FD-D21E-48E8-AEA5-53B3B0D41C19}" type="pres">
      <dgm:prSet presAssocID="{6AF156B0-8467-4F2E-A921-402A39388A6A}" presName="bgRect" presStyleLbl="bgShp" presStyleIdx="2" presStyleCnt="3"/>
      <dgm:spPr/>
    </dgm:pt>
    <dgm:pt modelId="{A305A38A-0B1C-44A7-A64D-75A6999AC60B}" type="pres">
      <dgm:prSet presAssocID="{6AF156B0-8467-4F2E-A921-402A39388A6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torcycle"/>
        </a:ext>
      </dgm:extLst>
    </dgm:pt>
    <dgm:pt modelId="{DA13667E-9C78-4CC9-B3DC-52FD39D506C3}" type="pres">
      <dgm:prSet presAssocID="{6AF156B0-8467-4F2E-A921-402A39388A6A}" presName="spaceRect" presStyleCnt="0"/>
      <dgm:spPr/>
    </dgm:pt>
    <dgm:pt modelId="{884BB4EF-DB5D-41AB-9D66-81BABC0F8A91}" type="pres">
      <dgm:prSet presAssocID="{6AF156B0-8467-4F2E-A921-402A39388A6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4430815-5750-4C57-BD94-61615219A443}" type="presOf" srcId="{5A156D12-A68F-4069-8A93-220068409C6A}" destId="{F91D6BD2-789D-44DB-BE38-77B8D69560E0}" srcOrd="0" destOrd="0" presId="urn:microsoft.com/office/officeart/2018/2/layout/IconVerticalSolidList"/>
    <dgm:cxn modelId="{038D5543-AB9E-4A27-A951-FE5AA1840FC1}" srcId="{4B9DE1EF-A511-4355-9EE2-65CC0829CB1D}" destId="{6AF156B0-8467-4F2E-A921-402A39388A6A}" srcOrd="2" destOrd="0" parTransId="{23E50D09-9EEB-44AC-8FDF-2EB130ECD737}" sibTransId="{35296CEE-3299-481C-AF3C-D6BDD364F040}"/>
    <dgm:cxn modelId="{32F83A6D-367B-4A2C-AAF6-2CA0CADDDBD9}" srcId="{4B9DE1EF-A511-4355-9EE2-65CC0829CB1D}" destId="{5A156D12-A68F-4069-8A93-220068409C6A}" srcOrd="0" destOrd="0" parTransId="{551BA4DA-4F3A-4E9D-ADC2-561A13683088}" sibTransId="{FC29EA65-9C21-45F6-AD0D-671837BBC1C3}"/>
    <dgm:cxn modelId="{19CADE4D-4171-465B-B346-73E7F1D4D66A}" type="presOf" srcId="{6AF156B0-8467-4F2E-A921-402A39388A6A}" destId="{884BB4EF-DB5D-41AB-9D66-81BABC0F8A91}" srcOrd="0" destOrd="0" presId="urn:microsoft.com/office/officeart/2018/2/layout/IconVerticalSolidList"/>
    <dgm:cxn modelId="{2B67F159-C6EC-4073-803D-1690FBE73ABC}" type="presOf" srcId="{4B9DE1EF-A511-4355-9EE2-65CC0829CB1D}" destId="{64B5828A-81A9-4E8F-92ED-FCFB769445B2}" srcOrd="0" destOrd="0" presId="urn:microsoft.com/office/officeart/2018/2/layout/IconVerticalSolidList"/>
    <dgm:cxn modelId="{6D9C27C5-2864-4FEC-B7C0-9CF406050A96}" type="presOf" srcId="{88552DE3-AD7D-4B34-A759-119B687C930D}" destId="{5DDF2BFC-B639-483D-AF20-1BF3943430DF}" srcOrd="0" destOrd="0" presId="urn:microsoft.com/office/officeart/2018/2/layout/IconVerticalSolidList"/>
    <dgm:cxn modelId="{29E55DEC-B511-419F-8320-3F7A121EE468}" srcId="{4B9DE1EF-A511-4355-9EE2-65CC0829CB1D}" destId="{88552DE3-AD7D-4B34-A759-119B687C930D}" srcOrd="1" destOrd="0" parTransId="{15B48633-5D6A-4D83-ABB3-EBA5F6409EF0}" sibTransId="{D44DA0E1-1EBF-4CEF-A509-E73CA6B25E12}"/>
    <dgm:cxn modelId="{C4F41980-3247-4C53-86FB-13D4B1CF65AB}" type="presParOf" srcId="{64B5828A-81A9-4E8F-92ED-FCFB769445B2}" destId="{958620BB-3AB2-408D-8531-E64E47B357E1}" srcOrd="0" destOrd="0" presId="urn:microsoft.com/office/officeart/2018/2/layout/IconVerticalSolidList"/>
    <dgm:cxn modelId="{24CAE647-7C82-4D56-AD5A-DFB6716285E4}" type="presParOf" srcId="{958620BB-3AB2-408D-8531-E64E47B357E1}" destId="{30D0178F-489C-476F-8FE4-A944FE14B235}" srcOrd="0" destOrd="0" presId="urn:microsoft.com/office/officeart/2018/2/layout/IconVerticalSolidList"/>
    <dgm:cxn modelId="{F1469C63-95A8-44EE-8A65-0CF7988A95D1}" type="presParOf" srcId="{958620BB-3AB2-408D-8531-E64E47B357E1}" destId="{39B49943-8315-4206-83E1-8AC4C6515378}" srcOrd="1" destOrd="0" presId="urn:microsoft.com/office/officeart/2018/2/layout/IconVerticalSolidList"/>
    <dgm:cxn modelId="{F12F6D9A-8D9B-4984-B812-E271BF6E2B58}" type="presParOf" srcId="{958620BB-3AB2-408D-8531-E64E47B357E1}" destId="{FB88743B-CB67-4E5D-93C0-2E73963FD3CE}" srcOrd="2" destOrd="0" presId="urn:microsoft.com/office/officeart/2018/2/layout/IconVerticalSolidList"/>
    <dgm:cxn modelId="{4883F3AF-4BFD-4E3E-8AA5-09020B3F3D1B}" type="presParOf" srcId="{958620BB-3AB2-408D-8531-E64E47B357E1}" destId="{F91D6BD2-789D-44DB-BE38-77B8D69560E0}" srcOrd="3" destOrd="0" presId="urn:microsoft.com/office/officeart/2018/2/layout/IconVerticalSolidList"/>
    <dgm:cxn modelId="{AF06C2C4-96D2-494A-AD18-1EA1D72E3644}" type="presParOf" srcId="{64B5828A-81A9-4E8F-92ED-FCFB769445B2}" destId="{DC28DD0D-EEB5-424B-AA9F-3BAE0D6300B6}" srcOrd="1" destOrd="0" presId="urn:microsoft.com/office/officeart/2018/2/layout/IconVerticalSolidList"/>
    <dgm:cxn modelId="{2FFD6CAA-E221-48AB-ABF1-6CE9D920A365}" type="presParOf" srcId="{64B5828A-81A9-4E8F-92ED-FCFB769445B2}" destId="{66855A14-36E4-4C30-8C73-AA313A1A1C44}" srcOrd="2" destOrd="0" presId="urn:microsoft.com/office/officeart/2018/2/layout/IconVerticalSolidList"/>
    <dgm:cxn modelId="{2F23E852-6CCF-450C-AFEA-05ECA8480ECE}" type="presParOf" srcId="{66855A14-36E4-4C30-8C73-AA313A1A1C44}" destId="{6F89674B-6FC6-4020-9AB1-872C0288AE51}" srcOrd="0" destOrd="0" presId="urn:microsoft.com/office/officeart/2018/2/layout/IconVerticalSolidList"/>
    <dgm:cxn modelId="{5855A9AC-3CF8-4D2F-B292-D1A80E943A09}" type="presParOf" srcId="{66855A14-36E4-4C30-8C73-AA313A1A1C44}" destId="{EC9BBFF7-DF7C-4B61-B992-27C888FF3BF2}" srcOrd="1" destOrd="0" presId="urn:microsoft.com/office/officeart/2018/2/layout/IconVerticalSolidList"/>
    <dgm:cxn modelId="{0C5E3E44-23C3-4D9C-8BC2-00FA5889A56B}" type="presParOf" srcId="{66855A14-36E4-4C30-8C73-AA313A1A1C44}" destId="{DAF5E904-D081-41A8-A1AC-A49EDF39983D}" srcOrd="2" destOrd="0" presId="urn:microsoft.com/office/officeart/2018/2/layout/IconVerticalSolidList"/>
    <dgm:cxn modelId="{0646E877-74A4-46A0-AC78-EE1760155333}" type="presParOf" srcId="{66855A14-36E4-4C30-8C73-AA313A1A1C44}" destId="{5DDF2BFC-B639-483D-AF20-1BF3943430DF}" srcOrd="3" destOrd="0" presId="urn:microsoft.com/office/officeart/2018/2/layout/IconVerticalSolidList"/>
    <dgm:cxn modelId="{7F9D9DF0-E030-4606-8E75-6F2F52DDA9CD}" type="presParOf" srcId="{64B5828A-81A9-4E8F-92ED-FCFB769445B2}" destId="{710496EF-A792-463A-8762-EA5A64DCFABF}" srcOrd="3" destOrd="0" presId="urn:microsoft.com/office/officeart/2018/2/layout/IconVerticalSolidList"/>
    <dgm:cxn modelId="{DE295428-9B3D-413B-AE1A-405C17FC976C}" type="presParOf" srcId="{64B5828A-81A9-4E8F-92ED-FCFB769445B2}" destId="{DDA3FEFA-9027-43F6-83F6-FB98828EB116}" srcOrd="4" destOrd="0" presId="urn:microsoft.com/office/officeart/2018/2/layout/IconVerticalSolidList"/>
    <dgm:cxn modelId="{A85208C8-A5AF-43B4-82AE-816E5604ABC4}" type="presParOf" srcId="{DDA3FEFA-9027-43F6-83F6-FB98828EB116}" destId="{C5F188FD-D21E-48E8-AEA5-53B3B0D41C19}" srcOrd="0" destOrd="0" presId="urn:microsoft.com/office/officeart/2018/2/layout/IconVerticalSolidList"/>
    <dgm:cxn modelId="{594E4333-4EFB-4347-94B5-9548D011BA2D}" type="presParOf" srcId="{DDA3FEFA-9027-43F6-83F6-FB98828EB116}" destId="{A305A38A-0B1C-44A7-A64D-75A6999AC60B}" srcOrd="1" destOrd="0" presId="urn:microsoft.com/office/officeart/2018/2/layout/IconVerticalSolidList"/>
    <dgm:cxn modelId="{83D530A4-7E75-45A9-9A65-5F8A179F868C}" type="presParOf" srcId="{DDA3FEFA-9027-43F6-83F6-FB98828EB116}" destId="{DA13667E-9C78-4CC9-B3DC-52FD39D506C3}" srcOrd="2" destOrd="0" presId="urn:microsoft.com/office/officeart/2018/2/layout/IconVerticalSolidList"/>
    <dgm:cxn modelId="{42B43769-3094-4453-8018-2BAF58600884}" type="presParOf" srcId="{DDA3FEFA-9027-43F6-83F6-FB98828EB116}" destId="{884BB4EF-DB5D-41AB-9D66-81BABC0F8A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4697A-05E0-4671-8EA5-B5B77BCCF77A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2683E-0A0F-4B4E-A53B-39BD9AB84EF7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Adafruit BMP280</a:t>
          </a:r>
          <a:r>
            <a:rPr lang="en-PK" sz="1500" b="0" i="0" kern="1200" baseline="0"/>
            <a:t> – Pressure &amp; temperature sensing</a:t>
          </a:r>
          <a:endParaRPr lang="en-US" sz="1500" kern="1200"/>
        </a:p>
      </dsp:txBody>
      <dsp:txXfrm>
        <a:off x="333914" y="2276522"/>
        <a:ext cx="1800000" cy="720000"/>
      </dsp:txXfrm>
    </dsp:sp>
    <dsp:sp modelId="{86C30BA2-E000-4C0A-960F-DF3F0F62B944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D20E0-7658-4B0D-8CE0-9EEC6819DA46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Adafruit GFX</a:t>
          </a:r>
          <a:r>
            <a:rPr lang="en-PK" sz="1500" b="0" i="0" kern="1200" baseline="0"/>
            <a:t> – Graphics support</a:t>
          </a:r>
          <a:endParaRPr lang="en-US" sz="1500" kern="1200"/>
        </a:p>
      </dsp:txBody>
      <dsp:txXfrm>
        <a:off x="2448914" y="2276522"/>
        <a:ext cx="1800000" cy="720000"/>
      </dsp:txXfrm>
    </dsp:sp>
    <dsp:sp modelId="{8C405B91-3919-48AB-8C78-694785E4380B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31546-CB04-4804-894D-622503B68F15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Adafruit SSD1306</a:t>
          </a:r>
          <a:r>
            <a:rPr lang="en-PK" sz="1500" b="0" i="0" kern="1200" baseline="0"/>
            <a:t> – OLED display control</a:t>
          </a:r>
          <a:endParaRPr lang="en-US" sz="1500" kern="1200"/>
        </a:p>
      </dsp:txBody>
      <dsp:txXfrm>
        <a:off x="4563914" y="2276522"/>
        <a:ext cx="1800000" cy="720000"/>
      </dsp:txXfrm>
    </dsp:sp>
    <dsp:sp modelId="{686E8E1B-1F90-4D4D-97B4-9459EE993CF6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363F2-2C09-4309-BF0A-ADE6990FA874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WiFi.h</a:t>
          </a:r>
          <a:r>
            <a:rPr lang="en-PK" sz="1500" b="0" i="0" kern="1200" baseline="0"/>
            <a:t> – ESP32 WiFi connectivity</a:t>
          </a:r>
          <a:endParaRPr lang="en-US" sz="1500" kern="1200"/>
        </a:p>
      </dsp:txBody>
      <dsp:txXfrm>
        <a:off x="6678914" y="2276522"/>
        <a:ext cx="1800000" cy="720000"/>
      </dsp:txXfrm>
    </dsp:sp>
    <dsp:sp modelId="{2428732E-B856-4142-B1EC-C9BA14793B25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702EE-C040-4031-AF18-B27D34B7B97B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500" b="1" i="0" kern="1200" baseline="0"/>
            <a:t>BlynkSimpleEsp32</a:t>
          </a:r>
          <a:r>
            <a:rPr lang="en-PK" sz="1500" b="0" i="0" kern="1200" baseline="0"/>
            <a:t> – Blynk App integration</a:t>
          </a:r>
          <a:endParaRPr lang="en-US" sz="1500" kern="1200"/>
        </a:p>
      </dsp:txBody>
      <dsp:txXfrm>
        <a:off x="8793914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0178F-489C-476F-8FE4-A944FE14B235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B49943-8315-4206-83E1-8AC4C6515378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D6BD2-789D-44DB-BE38-77B8D69560E0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system continuously and efficiently monitors tyre pressure in real time</a:t>
          </a:r>
        </a:p>
      </dsp:txBody>
      <dsp:txXfrm>
        <a:off x="1844034" y="682"/>
        <a:ext cx="4401230" cy="1596566"/>
      </dsp:txXfrm>
    </dsp:sp>
    <dsp:sp modelId="{6F89674B-6FC6-4020-9AB1-872C0288AE51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BBFF7-DF7C-4B61-B992-27C888FF3BF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F2BFC-B639-483D-AF20-1BF3943430DF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Immediate alerts via LED, buzzer, and email enhance driver safety</a:t>
          </a:r>
        </a:p>
      </dsp:txBody>
      <dsp:txXfrm>
        <a:off x="1844034" y="1996390"/>
        <a:ext cx="4401230" cy="1596566"/>
      </dsp:txXfrm>
    </dsp:sp>
    <dsp:sp modelId="{C5F188FD-D21E-48E8-AEA5-53B3B0D41C19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5A38A-0B1C-44A7-A64D-75A6999AC60B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BB4EF-DB5D-41AB-9D66-81BABC0F8A91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Simple and effective solution for preventing tyre-related accidents</a:t>
          </a:r>
        </a:p>
      </dsp:txBody>
      <dsp:txXfrm>
        <a:off x="1844034" y="3992098"/>
        <a:ext cx="4401230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D0E0A-A0FA-4FA0-AF67-5414716993AF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FA7F-A50D-4C5C-BBE1-C2FFC80638F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178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FA7F-A50D-4C5C-BBE1-C2FFC80638FC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04817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0FA7F-A50D-4C5C-BBE1-C2FFC80638FC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8432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F02D-ED6B-4D74-2EBA-D4AF430A3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21621-8E40-5324-5F07-D52E722E5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73A1C-604A-B73C-A92C-85B83ED4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A2D1C-E049-2718-4552-7DBFC00E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9C382-5EC5-4873-0718-B2ED8A8F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7519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9EB6-CB3B-B161-2BC9-73D8087FC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6AD35-DA84-6CB5-3240-ED624CF7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C80A9-6EC2-BE2B-A406-9E6CA2CF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DB29E-A2E8-30F7-7E0D-D6AFF72D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B1CA3-9A7D-BF88-A098-0BFA1AA1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990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E59E-C7AC-1779-3DF8-C4A0621B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84C4C-E892-76D5-8A60-A93000866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CD39C-6123-13F4-950A-45964A31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645E-41B3-BD50-C393-4EF01FCD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B1F56-1F21-69DD-E35D-6C77BD3C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737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B5BC-0381-771E-B2AF-3FCB383E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E7523-A193-56F7-5E88-28D4A8F73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54897-A723-6A5D-44CE-98ACC236B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2CB65-64E7-985C-5168-795C0478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CEE3E-56A6-2900-5DC1-67EA9159B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8EB94-871E-BF49-FF50-045A8B06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28538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18F6-4E01-8F61-12C0-56D90A207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E1939-441F-36BD-7D23-E78925AB8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F9C66-9B98-A09F-AC30-EFDE122D2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1B910B-B29D-93D4-61FC-0BD9A95A1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90B94-F2DF-B0DB-BBE9-A425633F6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4A5D58-E9F0-96CA-A346-50BFCB15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497CB-3BC9-9707-E9F7-BDCE8A56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85487-2D3E-EA46-54B1-84CFDC4A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0432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A214-D487-C24E-6872-B0F2E591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F53A0-3567-1687-B98E-CB710CCE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1F06E0-1C69-548D-F178-5ECECB279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4DFCF-4C1A-273E-D6C2-5F4336CE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120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33A63-58F5-3ACF-E8A4-E48FDC10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BD3537-69B0-FA93-4B4A-5966C6EB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F274D-E6B7-8465-F6EF-C0BE080C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511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BEF5-760C-F2A1-CD86-564F29F7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F648C-7683-FF08-9378-04C258B55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09E8B-664E-C63C-403F-A33DA95F5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CC3B5-B16A-5213-600A-1BEA8E2F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BBF53-72A2-60CE-0A25-BBC0B533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F75D0-374D-B336-441A-05298F53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090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EC84-1095-8F36-E6D3-635046B88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2CAB4-1E41-D399-136F-9395D82AD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C4823-9A37-EBD6-241D-CD74F9C96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9207C-EDDC-48FF-34A2-03A2C5D4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61895-FD41-21B7-9292-72142C47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D39E6-FADF-0AA8-B424-7E461761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161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D179-4C32-6919-FF26-0B3F99A8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3274F-44C6-6186-EDC2-08EBB628B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ECB08-014C-6A41-01D1-F3CB687D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5D524-3EDE-5F61-7580-7B1C43196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763A7-1A8B-9677-A42A-CE54385BE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874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582AFC-B3EF-59A4-7C5B-EBA2A7C7A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65C56-172E-41EF-4851-570002006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B6060-3116-D75C-0CAB-9BE2DA22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5D7C1-97F0-7FFA-8B7B-8D08D829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7D25-17D7-6DF3-696E-4414D882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0740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1166-C63F-D959-6F6A-2D5AC532C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FAA26-000F-41B6-4747-063619406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3730A-77A7-0157-8972-09D360D1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C2A76-BEDB-7E5D-57C4-4F575384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8CC6-83F8-3885-6CD5-CAE9C8B5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2377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283E-7060-4135-1763-E4AF4D9C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CC19B-E93C-A88A-B51E-32EE6EDDC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3F2E6-EE52-584E-ECA7-EAC7066ED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C6A9-8B43-D414-A0D8-7A51F16B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BD94B-1012-55BB-9D40-95F5DF47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07348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2BC5-BF4A-EB1C-5769-0270EABF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7B3EB-67D4-5D6D-C02B-7E33302DA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57827-DC73-EA2D-D9AB-41E6B065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5137B-2F9B-3DD9-B0AB-606987B5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7911C-5427-BF9A-0F14-0CB2C02E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4840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0878-C21D-B8B5-CFC7-0FB5ED00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DD9E2-4EAB-9678-2F6C-8FA49C794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6B32B-5445-0D09-DAAE-FD1A6409D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3A84C-15EC-FFC6-1B24-351E385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802E5-3B1D-E308-C2ED-AE2BEED2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AD946-D39A-D4E5-815D-6EF4FEB9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79415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BDEF-6462-1077-C6AB-81864145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2D989-DE2D-D682-8104-68EB6FA26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91D40-A68E-160F-2156-8B5BEC486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6129B-3A12-9ED0-3B5D-6EA2BB4CF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25C510-FB69-A12B-545D-E8470A022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393E75-6D24-2782-4FFB-76C5B545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D6BC37-C563-5FD1-AE0F-9BBBC028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6F2DB-DC68-D77D-9765-39EE1DC3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1661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9BC7C-0E4B-7EDC-4206-FC322A56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19BDA-B4D5-7FE6-6928-1B402E4E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A41E8-07AF-0350-03CE-57C65DA3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EEEC5E-074E-0850-6448-E0BB3C1F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7910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77C1B2-EA27-EAB8-DD54-F4401A987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6049C-2DA1-0CB6-5930-E67B8C02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E1BC2-466B-9D9C-B52F-7A5C123D3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70429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02B1-C231-14D0-0D61-D36159A5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9498A-62DE-9AF0-B9C8-41F3DE7AA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78D4A-4AD5-3F5C-35AE-2BB24F1AF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A7F0F-7E40-6214-B61D-BD81B1D3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B2B7B-4A93-9A9B-CF0A-D31ADC94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9B260-9BB9-7F56-EB20-15230CB9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25068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9902-05B7-1D81-48C9-FF06678D6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F0D7B2-627A-3BB4-C90B-5458F20B5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6F248-38E8-631F-373B-0E71C3B99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C785C-C6B1-5FAC-B9BF-C556A8E8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FAE08-AA12-4FA2-E38C-EBBBB6CD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E203C-BDEE-AD22-E788-627F97C5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7194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7E89-C92F-2038-3D6D-C7C19274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5044A-58B3-A7C6-3437-BDED35FBA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A2F26-DC0E-9A90-C7A9-2E87D3BA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6E608-FE88-8F01-F979-2513F03D3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6A958-3EEE-FBED-012E-9351DDF3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070164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8C077-20C9-F92F-8FEB-972DA21D8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09A03-6A51-92A3-5CAC-A7ED4C588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004FC-D5FA-1DF8-CFA9-E6D55C936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D0A6F-53C3-2DDB-E05A-16787162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54051-8EAD-B4EE-2F46-8C29ACDE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443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2C6CD-3919-8168-C803-48E29372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37723-31B2-2B26-1D0E-117A59688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006C-2CCB-28F0-4C3C-C6C0592021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E3BC2-559C-4EDC-BA10-E0ECC14F75B1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400D-6C8D-91F2-8680-7386D0F3D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67881-D05F-54CB-6B52-04FCF443F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C176A-473D-4A04-AB62-C517943FF2C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553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4F8B0-5265-8640-0FA2-D391B677B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9DC73-B629-46E0-107D-EBDD6347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DFF4-2385-5544-C15A-FD1C89120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6C2914-6581-41A4-B190-473440CC8C6A}" type="datetimeFigureOut">
              <a:rPr lang="en-PK" smtClean="0"/>
              <a:t>04/01/2026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DC598-E783-CF02-2ED0-7CF9B844E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080F4-3E22-B5BD-A0B0-DD9F0E2C1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B1458-BB3B-4648-A494-991804D7077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644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reet-level view of car wheels">
            <a:extLst>
              <a:ext uri="{FF2B5EF4-FFF2-40B4-BE49-F238E27FC236}">
                <a16:creationId xmlns:a16="http://schemas.microsoft.com/office/drawing/2014/main" id="{94CA457A-EEC4-AA91-E531-139810A9F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7" r="29788" b="-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C07C7-85E3-5B77-7742-76CE7AE04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Smart Tire Pressure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6E947-F4CD-5D56-9856-A90ABD808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Hadia Usman				Maryam Shamshad</a:t>
            </a:r>
            <a:endParaRPr lang="en-US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23-NTU-CS-1029			23-NTU-CS-1047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69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5E41F-BC4F-CAC6-B2C6-200C52D5B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About Project:</a:t>
            </a:r>
            <a:endParaRPr lang="en-PK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7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449E55ED-EED5-7664-20B6-EB7620B65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2" y="1385402"/>
            <a:ext cx="4777381" cy="391745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36B61A2-A5A8-764E-6526-0198D5E39F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Tyre pressure is vital for vehicle safety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Incorrect pressure can cause tyre burst and accidents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Manual pressure checking is often ignored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Low </a:t>
            </a:r>
            <a:r>
              <a:rPr kumimoji="0" lang="en-PK" altLang="en-PK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pres</a:t>
            </a:r>
            <a:r>
              <a:rPr kumimoji="0" lang="en-US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sure and </a:t>
            </a: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temperature increases failure risk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 real-time monitoring for drivers</a:t>
            </a:r>
            <a:endParaRPr kumimoji="0" lang="en-US" altLang="en-PK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2400" dirty="0"/>
              <a:t>This project provides an </a:t>
            </a:r>
            <a:r>
              <a:rPr lang="en-US" sz="2400" b="1" dirty="0"/>
              <a:t>automated IoT-based solution</a:t>
            </a:r>
            <a:r>
              <a:rPr lang="en-US" sz="2400" dirty="0"/>
              <a:t>.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9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Maze">
            <a:extLst>
              <a:ext uri="{FF2B5EF4-FFF2-40B4-BE49-F238E27FC236}">
                <a16:creationId xmlns:a16="http://schemas.microsoft.com/office/drawing/2014/main" id="{BB4D7280-E9C3-846E-B0CF-2D945619F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680B5-C69B-C596-6140-A4970B029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Objectives</a:t>
            </a:r>
            <a:endParaRPr lang="en-PK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BFEF5E-9937-0EB3-CEC6-738BE06A4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786" y="2008316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 an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Embedded IoT-based Tyre Pressure Monitoring System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Continuously monitor tyre pressure and temperature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Detect unsafe pressure using predefined thresholds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Alert the user using: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LED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Buzzer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Send alerts via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Display real-time data on the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Blynk App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11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D1582-899A-6764-49FE-014E475A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>
                <a:ln w="22225">
                  <a:solidFill>
                    <a:srgbClr val="FFFFFF"/>
                  </a:solidFill>
                </a:ln>
              </a:rPr>
              <a:t>Tools &amp; Technologies</a:t>
            </a:r>
            <a:endParaRPr lang="en-PK">
              <a:ln w="22225">
                <a:solidFill>
                  <a:srgbClr val="FFFFFF"/>
                </a:solidFill>
              </a:ln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B99A-7B60-AD56-81DB-C0DBFFD1E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Hardware Components</a:t>
            </a:r>
          </a:p>
          <a:p>
            <a:r>
              <a:rPr lang="en-US" sz="2000"/>
              <a:t>ESP32 Dev Module</a:t>
            </a:r>
          </a:p>
          <a:p>
            <a:r>
              <a:rPr lang="en-US" sz="2000"/>
              <a:t>BMP280 Pressure Sensor</a:t>
            </a:r>
          </a:p>
          <a:p>
            <a:r>
              <a:rPr lang="en-US" sz="2000"/>
              <a:t>SSD1306 OLED Display</a:t>
            </a:r>
          </a:p>
          <a:p>
            <a:r>
              <a:rPr lang="en-US" sz="2000"/>
              <a:t>LED &amp; Buzzer</a:t>
            </a:r>
          </a:p>
          <a:p>
            <a:pPr marL="0" indent="0">
              <a:buNone/>
            </a:pPr>
            <a:r>
              <a:rPr lang="en-US" sz="2000" b="1"/>
              <a:t>Software Tools</a:t>
            </a:r>
          </a:p>
          <a:p>
            <a:r>
              <a:rPr lang="en-US" sz="2000"/>
              <a:t>PlatformIO (VS Code)</a:t>
            </a:r>
          </a:p>
          <a:p>
            <a:r>
              <a:rPr lang="en-US" sz="2000"/>
              <a:t>Arduino IDE</a:t>
            </a:r>
          </a:p>
          <a:p>
            <a:r>
              <a:rPr lang="en-US" sz="2000"/>
              <a:t>Blynk Cloud</a:t>
            </a:r>
          </a:p>
          <a:p>
            <a:endParaRPr lang="en-PK" sz="2000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93DDD019-D41B-3729-44C4-B5057B442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82" r="20980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813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6453F-6EFC-3F38-4003-C9DFE232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Libraries</a:t>
            </a:r>
            <a:endParaRPr lang="en-PK" sz="4000" dirty="0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71A7369-6774-FD3D-14BD-0F4AB29E7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61968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955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E03E6-4B5D-D762-8F72-58F54CE1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dirty="0"/>
              <a:t>System’s Work Flow: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78A99D-F872-E5E9-0FF5-AED90C1AA8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23381"/>
            <a:ext cx="3888528" cy="35535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Sensor placed in a </a:t>
            </a:r>
            <a:r>
              <a:rPr kumimoji="0" lang="en-PK" altLang="en-PK" sz="19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sealed chamber</a:t>
            </a: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simulate tyre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Syringe used to vary pressure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BMP280 detects pressure changes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ESP32: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Compares values with threshold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PK" altLang="en-PK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Triggers LED &amp; buzzer if unsafe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sent to Blynk App in real time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19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 alert sent automatically</a:t>
            </a:r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71BD7838-7CFC-A61A-30F3-2FAEA1CFE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986" y="753345"/>
            <a:ext cx="4747547" cy="537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55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FB5AE-5A14-3747-2C93-07B65D01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Features and Functionality:</a:t>
            </a:r>
            <a:endParaRPr lang="en-P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C0307F-DA5C-FE0F-C0CF-E6B3F06FD2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tyre pressure monitoring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LED &amp; buzzer alerts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Live data on Blynk App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Email notifications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PK" altLang="en-PK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Easy demonstration using sealed chamber &amp; syringe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2FBAF4-8A39-25A6-47B2-810253F89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93" r="3789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076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3AC85-A979-1DC4-F655-30EB17B7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 b="1"/>
              <a:t>Conclusion</a:t>
            </a:r>
            <a:br>
              <a:rPr lang="en-US" sz="5600" b="1"/>
            </a:br>
            <a:endParaRPr lang="en-PK" sz="5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85A49F-8A82-9E55-3F81-5DFEA0667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37767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7039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B116C-ABCB-FD74-29B9-C72168F2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Question???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E05F2207-24B4-EA28-FE6E-B3B9A32BD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0340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15FB4-05A9-7806-8E64-2CF3176A3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en-US" sz="5200">
                <a:solidFill>
                  <a:schemeClr val="tx2"/>
                </a:solidFill>
              </a:rPr>
              <a:t>Thankyou!!!</a:t>
            </a:r>
            <a:endParaRPr lang="en-PK" sz="520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861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273</Words>
  <Application>Microsoft Office PowerPoint</Application>
  <PresentationFormat>Widescreen</PresentationFormat>
  <Paragraphs>58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1_Office Theme</vt:lpstr>
      <vt:lpstr>Smart Tire Pressure Monitoring System</vt:lpstr>
      <vt:lpstr>About Project:</vt:lpstr>
      <vt:lpstr>Objectives</vt:lpstr>
      <vt:lpstr>Tools &amp; Technologies</vt:lpstr>
      <vt:lpstr>Libraries</vt:lpstr>
      <vt:lpstr>System’s Work Flow:</vt:lpstr>
      <vt:lpstr>Features and Functionality:</vt:lpstr>
      <vt:lpstr>Conclusion </vt:lpstr>
      <vt:lpstr>Question???</vt:lpstr>
      <vt:lpstr>Thankyou!!!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23-NTU-CS-FL-1047</dc:creator>
  <cp:lastModifiedBy>23-NTU-CS-FL-1047</cp:lastModifiedBy>
  <cp:revision>2</cp:revision>
  <dcterms:created xsi:type="dcterms:W3CDTF">2026-01-04T10:46:04Z</dcterms:created>
  <dcterms:modified xsi:type="dcterms:W3CDTF">2026-01-04T12:38:00Z</dcterms:modified>
</cp:coreProperties>
</file>